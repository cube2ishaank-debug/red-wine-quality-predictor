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Nuni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regular.fntdata"/><Relationship Id="rId14" Type="http://schemas.openxmlformats.org/officeDocument/2006/relationships/slide" Target="slides/slide9.xml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Nuni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5531de5ac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75531de5ac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5531de5ac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75531de5ac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5531de5ac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5531de5ac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5531de5ac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75531de5ac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5531de5ac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75531de5ac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5531de5ac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75531de5ac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75531de5ac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75531de5ac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75531de5ac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75531de5ac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</a:rPr>
              <a:t>Model </a:t>
            </a:r>
            <a:r>
              <a:rPr lang="en-GB">
                <a:solidFill>
                  <a:schemeClr val="accent1"/>
                </a:solidFill>
              </a:rPr>
              <a:t>Evaluation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32"/>
              <a:t>Model: </a:t>
            </a:r>
            <a:r>
              <a:rPr lang="en-GB" sz="2153">
                <a:solidFill>
                  <a:schemeClr val="accent2"/>
                </a:solidFill>
              </a:rPr>
              <a:t>Red wine rating Machine Learning Model</a:t>
            </a:r>
            <a:endParaRPr sz="2153">
              <a:solidFill>
                <a:schemeClr val="accen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Section: List Comparisons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>
            <p:ph type="title"/>
          </p:nvPr>
        </p:nvSpPr>
        <p:spPr>
          <a:xfrm>
            <a:off x="496800" y="276800"/>
            <a:ext cx="7505700" cy="8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8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GB" sz="1900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Literal List Comparison </a:t>
            </a:r>
            <a:endParaRPr sz="1900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800" y="755725"/>
            <a:ext cx="8359199" cy="415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>
            <p:ph type="title"/>
          </p:nvPr>
        </p:nvSpPr>
        <p:spPr>
          <a:xfrm>
            <a:off x="496800" y="276800"/>
            <a:ext cx="7505700" cy="8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8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GB" sz="1900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Sorted </a:t>
            </a:r>
            <a:r>
              <a:rPr lang="en-GB" sz="1900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List Comparison </a:t>
            </a:r>
            <a:endParaRPr sz="1900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00" y="698376"/>
            <a:ext cx="8517598" cy="423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Section: </a:t>
            </a:r>
            <a:r>
              <a:rPr lang="en-GB"/>
              <a:t>Subplots Grouped by Actual Value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 txBox="1"/>
          <p:nvPr>
            <p:ph type="title"/>
          </p:nvPr>
        </p:nvSpPr>
        <p:spPr>
          <a:xfrm>
            <a:off x="6963950" y="2229950"/>
            <a:ext cx="2415300" cy="14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600"/>
              <a:t>Graph</a:t>
            </a:r>
            <a:endParaRPr sz="4600"/>
          </a:p>
        </p:txBody>
      </p:sp>
      <p:pic>
        <p:nvPicPr>
          <p:cNvPr id="157" name="Google Shape;15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501" y="208800"/>
            <a:ext cx="6469948" cy="484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 Value Statistics</a:t>
            </a:r>
            <a:endParaRPr/>
          </a:p>
        </p:txBody>
      </p:sp>
      <p:sp>
        <p:nvSpPr>
          <p:cNvPr id="163" name="Google Shape;163;p19"/>
          <p:cNvSpPr txBox="1"/>
          <p:nvPr>
            <p:ph idx="1" type="body"/>
          </p:nvPr>
        </p:nvSpPr>
        <p:spPr>
          <a:xfrm>
            <a:off x="819150" y="19449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1905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--- Prediction Statistics Grouped by Actual Quality ---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1905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1905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Actual Quality 5</a:t>
            </a: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Mean of Predictions: 5.383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1905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 Absolute Deviation (MAD) of Predictions: 0.256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1905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1905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Actual Quality 6</a:t>
            </a: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1905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 of Predictions: 5.757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1905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 Absolute Deviation (MAD) of Predictions: 0.341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1905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1905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Actual Quality 7</a:t>
            </a: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Mean of Predictions: 6.176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1905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 Absolute Deviation (MAD) of Predictions: 0.217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1905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--- End of Analysis ---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863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Section: Overall Statistics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Statistics</a:t>
            </a:r>
            <a:endParaRPr/>
          </a:p>
        </p:txBody>
      </p:sp>
      <p:sp>
        <p:nvSpPr>
          <p:cNvPr id="174" name="Google Shape;174;p21"/>
          <p:cNvSpPr txBox="1"/>
          <p:nvPr>
            <p:ph idx="1" type="body"/>
          </p:nvPr>
        </p:nvSpPr>
        <p:spPr>
          <a:xfrm>
            <a:off x="553550" y="180020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--- Overall Model Metrics ---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Overall Mean of Predictions: 5.651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Overall Mean Absolute Deviation (MAD) of Predictions: 0.394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Overall R-squared (Coefficient of Determination): 0.403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Overall Mean Absolute Error (MAE): 0.504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--- End of Overall Analysis ---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